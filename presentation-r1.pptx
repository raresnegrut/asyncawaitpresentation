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6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54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5943600" y="-914400"/>
            <a:ext cx="4572000" cy="2743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6400800" y="-457200"/>
            <a:ext cx="4572000" cy="2743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 of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/ await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happens when you press F5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"We all do this, but why?"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written this method a thousand times...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DoWorkAsync()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Console.WriteLine("Before");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Console.WriteLine("After");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4630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Task, really?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runs it?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await compile 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ConfigureAwait(false) exist?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async/await every day. It’s time to understand what’s happening underneath.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async code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exists at all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async was designed to solve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Threads Are Expensive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 MB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space per thread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 GB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for thread stacks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block a thread while waiting, you’re paying for a resource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accomplishing nothing.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thread is a wasted thread. Async frees threads during waits.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Blocking vs. Async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(blocking)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DoWorkSync()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Console.WriteLine("Before");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Thread.Sleep(1000);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Thread held hostage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Console.WriteLine("After");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(non-blocking)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DoWorkAsync()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Console.WriteLine("Before");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Thread is FREE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Console.WriteLine("After");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is not parallelism. It’s about yielding control while waiting,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resources can be used elsewhere.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is about not wasting threads while waiting — not about doing things in parallel.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before await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TPL way: ContinueWith and callback hell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 Hell with ContinueWith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DoWorkWithTPL()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Console.WriteLine("Before");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Task.Delay(1000).ContinueWith(_ =&gt;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Console.WriteLine("After step 1");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Task.Delay(500).ContinueWith(_ =&gt;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Console.WriteLine("After step 2");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grows with each step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try/catch — manual IsFaulted checks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AggregateException wrapping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Unwrap() for Task&lt;Task&gt;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is syntactic sugar that solves callback hell. Same mechanics, dramatically better DX.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Logic, with await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DoWorkClean()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Console.WriteLine("Before");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Console.WriteLine("After step 1");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Task.Delay(500);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Console.WriteLine("After step 2");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0" y="13716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and sequential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works normally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handles all callback plumbing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the logic it represents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Task?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it’s not a thread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Task Is a Promise, Not a Thread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 data structure representing work that will complete in the future.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own, use, or require a thread.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thread involved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Sets a timer. No thread runs "the delay."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delayTask = Task.Delay(1000);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worker thread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2148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Queues lambda to a worker thread.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runTask = Task.Run(() =&gt;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Console.WriteLine("On a thread"));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TaskCompletionSource — proof no thread is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02920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tcs = new TaskCompletionSource&lt;int&gt;();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tcs.SetResult(42);  // No thread ever "ran" this Task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 promise — a data structure, not a unit of execution.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ThreadPool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engine behind Task.Run and continuations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ThreadPool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pre-created worker threads managed by the runtime.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Task.Run() queues your delegate; a pool thread picks it 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9436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Task.Run(() =&gt;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Console.WriteLine($"Thread {Environment.CurrentManagedThreadId}"));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Task.Run(() =&gt;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Console.WriteLine($"Thread {Environment.CurrentManagedThreadId}"));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Might be same thread, might be different — pool decides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~1 thread per CPU core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injects new threads if work backs up (~1 per 500ms)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pool threads with .Result or .Wait() causes starvation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Continuations: Code After the Await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timer fires, the code after the await — the continuation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queued to a ThreadPool thread.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85800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ShowThreads()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Console.WriteLine($"Before: thread {Environment.CurrentManagedThreadId}");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Continuation may run on a DIFFERENT thread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Console.WriteLine($"After:  thread {Environment.CurrentManagedThreadId}");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before the await and the thread after the await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completely different. The ThreadPool dispatches both.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ThreadPool is the default engine. Task.Delay uses a timer, not a thread — only the continuation needs 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SynchronizationContext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TaskScheduler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schedulers: who decides where continuations run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Continuations Run?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SynchronizationContext answers: where should this continuation execute?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008" cy="5486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 / WPF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508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thread message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" cy="548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Classic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One-thread-at-a-time per request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64008" cy="5486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/ Console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880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— falls back to ThreadPool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chain when scheduling a continuation: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SynchronizationContext.Current  →  if null  →  TaskScheduler.Default  →  ThreadPool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Classic Deadlock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0352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UI code - DON'T DO THIS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ButtonClick()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SomeAsyncMethod().Result; // Blocks UI thread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SomeAsyncMethod()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Continuation tries to post to UI thread...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...but UI thread is blocked above. DEADLOCK.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Console.WriteLine("Done");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0" y="11887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UI thread calls .Result → blocks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Async method hits await → captures UI context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Delay completes → posts back to UI thread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UI thread is blocked → deadlock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SynchronizationContext is why UI code works after await — and why deadlocks happen when you block.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ExecutionContext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AsyncLocal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ambient state flows across awaits and thread hops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Flows Across Awaits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ExecutionContext is captured at each await and restored when the continuation runs.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AsyncLocal&lt;T&gt; stores per-async-flow data inside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40080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AsyncLocal&lt;string&gt; _user = new AsyncLocal&lt;string&gt;();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DemoAsyncLocal()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_user.Value = "Alice";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Console.WriteLine($"Before: {_user.Value}");  // Alice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Task.Delay(500);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Possibly on a different thread now, but: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Console.WriteLine($"After:  {_user.Value}");  // Alice!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39319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AsyncLocal&lt;T&gt; — follows the async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4114800"/>
            <a:ext cx="39319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ThreadLocal&lt;T&gt; — tied to physical thread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Copy-on-Write Isolation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flows inherit the parent’s ExecutionContext, but changes stay in the child.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94360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_user.Value = "Alice";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Task.Run(() =&gt;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Console.WriteLine(_user.Value);  // Alice (inherited)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_user.Value = "Bob";             // Only affects child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Console.WriteLine(_user.Value);      // Alice (unchanged!)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ExecutionContext flows automatically. Use AsyncLocal&lt;T&gt; for ambient state; never ThreadLocal&lt;T&gt;.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Awaitable Pattern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is pattern-based, not type-based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Something Awaitable?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doesn’t require Task. It requires the awaitable pattern: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GetAwaiter()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 awaiter object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IsCompleted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— has it already finished? (fast path)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OnCompleted(Action)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callback for when it’s done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GetResult()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 or rethrow exception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await anything that quacks like an awaitable — Task is just the most common one.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Awaitable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85800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MyDelayAwaitable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int _ms;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MyDelayAwaitable(int ms) =&gt; _ms = ms;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MyDelayAwaiter GetAwaiter() =&gt; new MyDelayAwaiter(_ms);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MyDelayAwaiter : INotifyCompletion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Task _task;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MyDelayAwaiter(int ms) =&gt; _task = Task.Delay(ms);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IsCompleted =&gt; _task.IsCompleted;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OnCompleted(Action c) =&gt; _task.GetAwaiter().OnCompleted(c);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GetResult() =&gt; _task.GetAwaiter().GetResult();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502920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 MyDelayAwaitable(1000);  // This works!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State Machine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really does with your async method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Example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ExampleAsync()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Console.WriteLine("Step 1");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Console.WriteLine("Step 2");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Task.Delay(500);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Console.WriteLine("Step 3");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splits this into 3 segments at the 2 await points: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64008" cy="457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A:  Step 1 + start delay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749040"/>
            <a:ext cx="25603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3749040"/>
            <a:ext cx="64008" cy="457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B:  Step 2 + start delay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64008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C:  Step 3 + finish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Compiler Generates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method becomes a struct with a MoveNext() method and a state field: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IAsyncStateMachine struct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your local variables as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&lt;&gt;1__state field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-1=running, 0/1=suspended, -2=done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AsyncTaskMethodBuilder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outer Task, captures context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Awaiter fields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3383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await, stores awaiter while paused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MoveNext()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state → runs the right segment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rewrites your method into a state machine struct with MoveNext().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Stub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original method becomes this thin wrapper: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ExampleAsync()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sm = new ExampleAsyncStateMachine();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sm.&lt;&gt;1__state = -1;                       // Initial state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sm.&lt;&gt;t__builder = AsyncTaskMethodBuilder.Create();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sm.&lt;&gt;t__builder.Start(ref sm);            // Calls MoveNext()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sm.&lt;&gt;t__builder.Task;              // Returns the promise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calls MoveNext() synchronously on the calling thread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segment runs immediately — async methods start synchronously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builder’s Task to the caller (may be incomplete)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MoveNext() — First Await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r>
              <a:rPr lang="en-GB" dirty="0"/>
              <a:t>/// show actual state machine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IsCompleted is false: save state, register MoveNext as callback, return. Thread is free.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MoveNext() — Resuming &amp; Second Await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>
              <a:spcAft>
                <a:spcPts val="200"/>
              </a:spcAft>
            </a:pPr>
            <a:r>
              <a:rPr lang="en-GB" sz="600" dirty="0"/>
              <a:t>///show actual state machine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402318" y="1005840"/>
            <a:ext cx="414732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&amp; Error Handling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40080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// end try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(Exception ex)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&lt;&gt;1__state = -2;               // Terminal state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&lt;&gt;t__builder.SetException(ex); // Faults the outer Task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&lt;&gt;1__state = -2;                   // Terminal state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&lt;&gt;t__builder.SetResult();          // Completes the outer Task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exception in your code or GetResult() is caught and set on the outer Task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success, SetResult() completes the promise the caller is awaiting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-2 means the machine is finished — MoveNext won’t be called again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Execution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64008" cy="5303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05156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state=-1 → prints "Step 1" → gets awaiter → not completed → suspends → returns incomplete Task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64008" cy="5303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709928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thread blocked. System timer ticking for 1000ms.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64008" cy="53035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36829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368296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state=0 → resumes → GetResult() → prints "Step 2" → next awaiter → suspends again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64008" cy="5303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0266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02666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timer for 500ms.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85032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64008" cy="5303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6850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685032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state=1 → resumes → GetResult() → prints "Step 3" → SetResult() → Task complete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calls to MoveNext(). 3 segments. 2 suspension points. 0 threads blocked during waits.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Fast Path &amp; Allocation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 Path  —  IsCompleted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awaited Task is already done, the state machine skips suspension entirely.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capture, no callback registration, no thread hop. Falls straight through.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Struct-to-Heap Boxing Story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awaits complete synchronously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allocations — struct lives on the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true suspension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allocation — struct is boxed onto the heap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ContinueWith approach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allocations per step (closures + delegates + Tasks)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async/await: a struct, a switch, some callbacks. No magic — just a very clever compiler rewrite.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ConfigureAwait(false)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why, and how it prevents deadlocks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ConfigureAwait(false)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infrastructure: skip SynchronizationContext capture.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my continuation on the ThreadPool, regardless of the original context.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(captures context)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Task.Delay(1000);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UI app: runs on UI thread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Console:  runs on ThreadPool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ConfigureAwait(false)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2148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Task.Delay(1000)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.ConfigureAwait(false);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runs on ThreadPool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Mechanically: returns a ConfiguredTaskAwaitable whose awaiter skips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SynchronizationContext in OnCompleted — the awaitable pattern in action.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ConfigureAwait(false) opts out of context capture — continuations go straight to the ThreadPool.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ConfigureAwait(false)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 every await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deadlocks, avoids unnecessary marshalling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3152" cy="7772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application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use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1488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stay on the UI thread to update controls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73152" cy="7772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56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a no-op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1089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SynchronizationContext exists, but good habit in libraries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ConfigureAwait(false) is a correctness and performance tool for library authors.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All Together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mental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Complete Picture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4008" cy="34747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async exists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threads during waits, not parallelism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4008" cy="34747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await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hell with ContinueWith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64008" cy="34747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(data structure), not a thread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240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2402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engine for work items and continuations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64008" cy="34747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651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SynchronizationContext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6517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where continuations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64008" cy="34747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063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ExecutionContext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0632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state flows across thread hops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64008" cy="347472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474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474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Awaitable pattern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34747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GetAwaiter() — pattern-based, not type-based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64008" cy="347472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8862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38862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rewrites to struct + MoveNext() + switch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64008" cy="34747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2976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" y="4297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ConfigureAwait(false)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0" y="42976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context capture — use in libraries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943600" y="3657600"/>
            <a:ext cx="4572000" cy="2743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600000">
            <a:off x="6400800" y="3200400"/>
            <a:ext cx="4572000" cy="2743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go open SharpLab,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an async method,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look at the generated code.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never look at await the same way again.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2530</Words>
  <Application>Microsoft Office PowerPoint</Application>
  <PresentationFormat>Expunere pe ecran (16:9)</PresentationFormat>
  <Paragraphs>450</Paragraphs>
  <Slides>37</Slides>
  <Notes>37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Trebuchet MS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Basics of async/await</dc:title>
  <cp:lastModifiedBy>Rares Negrut</cp:lastModifiedBy>
  <cp:revision>2</cp:revision>
  <dcterms:created xsi:type="dcterms:W3CDTF">2026-02-15T21:56:44Z</dcterms:created>
  <dcterms:modified xsi:type="dcterms:W3CDTF">2026-02-15T22:38:16Z</dcterms:modified>
</cp:coreProperties>
</file>